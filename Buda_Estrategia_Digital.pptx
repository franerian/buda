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6400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200" b="1" dirty="0">
                <a:solidFill>
                  <a:srgbClr val="F0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 bueno</a:t>
            </a:r>
            <a:endParaRPr lang="en-US" sz="7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7200" b="1" dirty="0">
                <a:solidFill>
                  <a:srgbClr val="F0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 pasando.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640080" y="3840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Estrategia de comunicación digital — Buda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955280" y="3840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44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4434840"/>
            <a:ext cx="8046720" cy="0"/>
          </a:xfrm>
          <a:prstGeom prst="rect">
            <a:avLst/>
          </a:prstGeom>
          <a:noFill/>
          <a:ln w="6350">
            <a:solidFill>
              <a:srgbClr val="44444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— Punto de partida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8046720" cy="0"/>
          </a:xfrm>
          <a:prstGeom prst="rect">
            <a:avLst/>
          </a:prstGeom>
          <a:noFill/>
          <a:ln w="6350">
            <a:solidFill>
              <a:srgbClr val="4444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0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Buda tiene trayectoria,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0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pero poca presencia.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Diez años de proyectos, clientes reales, tres ciudades. Pero si alguien busca a Buda online, casi no encuentra nada. El desafío no es inventar una identidad — es mostrar la que ya existe.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— El concepto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8046720" cy="0"/>
          </a:xfrm>
          <a:prstGeom prst="rect">
            <a:avLst/>
          </a:prstGeom>
          <a:noFill/>
          <a:ln w="6350">
            <a:solidFill>
              <a:srgbClr val="4444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i="1" dirty="0">
                <a:solidFill>
                  <a:srgbClr val="F0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"Algo bueno está pasando"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 un slogan. Es una postura.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comunicación de Buda parte de ahí: de la observación honesta de lo que está pasando, contado con entusiasmo real, sin artificios.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— El concepto / Principios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594360"/>
            <a:ext cx="8046720" cy="0"/>
          </a:xfrm>
          <a:prstGeom prst="rect">
            <a:avLst/>
          </a:prstGeom>
          <a:noFill/>
          <a:ln w="6350">
            <a:solidFill>
              <a:srgbClr val="4444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777240"/>
            <a:ext cx="4023360" cy="1828800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9144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44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0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Poco calculado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 contenido de marca con estrategia de engagement. Es mostrar lo que pasa porque vale la pena mostrarlo.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777240"/>
            <a:ext cx="4023360" cy="1828800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9144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44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0" y="1188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0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Intuitivo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5029200" y="16459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algo se siente bien, se publica. No espera la reunión de aprobación ni el reporte de analytics.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4023360" cy="1828800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971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44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3246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0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Espontáneo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31520" y="37033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momento importa. Una imagen en rodaje, una idea en proceso, una conversación que revela algo.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2834640"/>
            <a:ext cx="4023360" cy="1828800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2971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44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0" y="3246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0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Selección positiva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5029200" y="37033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comparte lo que genera orgullo, no lo que "genera alcance". El criterio es interno.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Para quién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8046720" cy="0"/>
          </a:xfrm>
          <a:prstGeom prst="rect">
            <a:avLst/>
          </a:prstGeom>
          <a:noFill/>
          <a:ln w="6350">
            <a:solidFill>
              <a:srgbClr val="4444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05840"/>
            <a:ext cx="0" cy="2926080"/>
          </a:xfrm>
          <a:prstGeom prst="rect">
            <a:avLst/>
          </a:prstGeom>
          <a:noFill/>
          <a:ln w="6350">
            <a:solidFill>
              <a:srgbClr val="4444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05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Empresas y organismos que necesitan producción audiovisual. Les mostramos que somos capaces antes de que nos llamen.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83280" y="1005840"/>
            <a:ext cx="0" cy="2926080"/>
          </a:xfrm>
          <a:prstGeom prst="rect">
            <a:avLst/>
          </a:prstGeom>
          <a:noFill/>
          <a:ln w="6350">
            <a:solidFill>
              <a:srgbClr val="4444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1005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Comunidad audiovisual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566160" y="160020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Directores, productores, técnicos. La industria que puede traer proyectos, colaboraciones y recomendaciones.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005840"/>
            <a:ext cx="0" cy="2926080"/>
          </a:xfrm>
          <a:prstGeom prst="rect">
            <a:avLst/>
          </a:prstGeom>
          <a:noFill/>
          <a:ln w="6350">
            <a:solidFill>
              <a:srgbClr val="4444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005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0" y="160020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personas que trabajan en Buda y las que podrían. La comunicación también es cultura interna.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El objetivo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8046720" cy="0"/>
          </a:xfrm>
          <a:prstGeom prst="rect">
            <a:avLst/>
          </a:prstGeom>
          <a:noFill/>
          <a:ln w="6350">
            <a:solidFill>
              <a:srgbClr val="4444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7772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6000" b="1" dirty="0">
                <a:solidFill>
                  <a:srgbClr val="F0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Entrar en</a:t>
            </a:r>
            <a:endParaRPr lang="en-US" sz="6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6000" b="1" dirty="0">
                <a:solidFill>
                  <a:srgbClr val="F0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conversación.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33832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dominarla. No viralizarla. Estar presente de manera consistente, de forma que cuando alguien busque a Buda — o piense en una productora — ya tenga una imagen formada.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— Lo que NO es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658368"/>
            <a:ext cx="8046720" cy="0"/>
          </a:xfrm>
          <a:prstGeom prst="rect">
            <a:avLst/>
          </a:prstGeom>
          <a:noFill/>
          <a:ln w="6350">
            <a:solidFill>
              <a:srgbClr val="4444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932688"/>
            <a:ext cx="36576" cy="347472"/>
          </a:xfrm>
          <a:prstGeom prst="rect">
            <a:avLst/>
          </a:prstGeom>
          <a:solidFill>
            <a:srgbClr val="444440"/>
          </a:solidFill>
          <a:ln w="12700">
            <a:solidFill>
              <a:srgbClr val="4444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8229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5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plan de contenidos con calendario y KPIs mensuales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1682496"/>
            <a:ext cx="36576" cy="347472"/>
          </a:xfrm>
          <a:prstGeom prst="rect">
            <a:avLst/>
          </a:prstGeom>
          <a:solidFill>
            <a:srgbClr val="444440"/>
          </a:solidFill>
          <a:ln w="12700">
            <a:solidFill>
              <a:srgbClr val="4444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727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5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campaña de branding con concepto unificador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2432304"/>
            <a:ext cx="36576" cy="347472"/>
          </a:xfrm>
          <a:prstGeom prst="rect">
            <a:avLst/>
          </a:prstGeom>
          <a:solidFill>
            <a:srgbClr val="444440"/>
          </a:solidFill>
          <a:ln w="12700">
            <a:solidFill>
              <a:srgbClr val="4444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32257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5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Publicidad encubierta o contenido patrocinado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36576" cy="347472"/>
          </a:xfrm>
          <a:prstGeom prst="rect">
            <a:avLst/>
          </a:prstGeom>
          <a:solidFill>
            <a:srgbClr val="444440"/>
          </a:solidFill>
          <a:ln w="12700">
            <a:solidFill>
              <a:srgbClr val="4444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072384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5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cuenta de Instagram con estética perfecta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36576" cy="347472"/>
          </a:xfrm>
          <a:prstGeom prst="rect">
            <a:avLst/>
          </a:prstGeom>
          <a:solidFill>
            <a:srgbClr val="444440"/>
          </a:solidFill>
          <a:ln w="12700">
            <a:solidFill>
              <a:srgbClr val="4444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8221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5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estrategia que dependa de crecer el número de seguidores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— Líneas de acción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8046720" cy="0"/>
          </a:xfrm>
          <a:prstGeom prst="rect">
            <a:avLst/>
          </a:prstGeom>
          <a:noFill/>
          <a:ln w="6350">
            <a:solidFill>
              <a:srgbClr val="4444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 principal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8046720" cy="0"/>
          </a:xfrm>
          <a:prstGeom prst="rect">
            <a:avLst/>
          </a:prstGeom>
          <a:noFill/>
          <a:ln w="6350">
            <a:solidFill>
              <a:srgbClr val="4444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1945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44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pasa antes, durante y después de una producción.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97480" y="21945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44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697480" y="24231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697480" y="288036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equipo real, sin puesta en escena.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21945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44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24231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46320" y="288036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publicado con contexto, no solo resultado.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95160" y="21945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44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995160" y="24231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Perspectiva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995160" y="288036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voz sobre el oficio, la industria, la actualidad.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— Cómo se activa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8046720" cy="0"/>
          </a:xfrm>
          <a:prstGeom prst="rect">
            <a:avLst/>
          </a:prstGeom>
          <a:noFill/>
          <a:ln w="6350">
            <a:solidFill>
              <a:srgbClr val="4444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pregunta que ordena todo: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i="1" dirty="0">
                <a:solidFill>
                  <a:srgbClr val="F0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¿Esto nos representa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i="1" dirty="0">
                <a:solidFill>
                  <a:srgbClr val="F0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vale la pena mostrarlo?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33375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hace falta aprobación formal para publicar algo pequeño.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697480" y="33375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97480" y="361188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Directo, con carácter. Sin eufemismos ni corporativismos.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0" y="33375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361188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contesta. Si alguien escribe, Buda responde.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95160" y="33375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Medida de éxito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95160" y="361188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Consistencia en el tiempo, no viralidad.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— Primer paso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8046720" cy="0"/>
          </a:xfrm>
          <a:prstGeom prst="rect">
            <a:avLst/>
          </a:prstGeom>
          <a:noFill/>
          <a:ln w="6350">
            <a:solidFill>
              <a:srgbClr val="4444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7315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6000" b="1" dirty="0">
                <a:solidFill>
                  <a:srgbClr val="F0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Publicar algo</a:t>
            </a:r>
            <a:endParaRPr lang="en-US" sz="6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6000" b="1" dirty="0">
                <a:solidFill>
                  <a:srgbClr val="F0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 semana.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33832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esperar el plan perfecto. No esperar las fotos del equipo. Una imagen, un video, un texto. Lo que sea que esté pasando hoy en Buda y valga la pena mostrar.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828800"/>
            <a:ext cx="8046720" cy="0"/>
          </a:xfrm>
          <a:prstGeom prst="rect">
            <a:avLst/>
          </a:prstGeom>
          <a:noFill/>
          <a:ln w="6350">
            <a:solidFill>
              <a:srgbClr val="3333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0116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44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buda.com.ar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2560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Mendoza · Neuquén · Buenos Aires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Buda — Estrategia Digital</dc:title>
  <dc:subject>PptxGenJS Presentation</dc:subject>
  <dc:creator>Buda Casa Productora</dc:creator>
  <cp:lastModifiedBy>Buda Casa Productora</cp:lastModifiedBy>
  <cp:revision>1</cp:revision>
  <dcterms:created xsi:type="dcterms:W3CDTF">2026-05-12T14:32:24Z</dcterms:created>
  <dcterms:modified xsi:type="dcterms:W3CDTF">2026-05-12T14:32:24Z</dcterms:modified>
</cp:coreProperties>
</file>